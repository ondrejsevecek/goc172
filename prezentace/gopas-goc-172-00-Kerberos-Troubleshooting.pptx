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9"/>
  </p:notesMasterIdLst>
  <p:sldIdLst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3" autoAdjust="0"/>
    <p:restoredTop sz="94673" autoAdjust="0"/>
  </p:normalViewPr>
  <p:slideViewPr>
    <p:cSldViewPr showGuides="1">
      <p:cViewPr varScale="1">
        <p:scale>
          <a:sx n="61" d="100"/>
          <a:sy n="61" d="100"/>
        </p:scale>
        <p:origin x="1200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23.06.2025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Kerberos Troubleshooting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/>
              <a:t>.</a:t>
            </a:r>
            <a:r>
              <a:rPr lang="cs-CZ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2997200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en-US" dirty="0" err="1"/>
              <a:t>Ond</a:t>
            </a:r>
            <a:r>
              <a:rPr lang="cs-CZ" dirty="0" err="1"/>
              <a:t>řej</a:t>
            </a:r>
            <a:r>
              <a:rPr lang="cs-CZ" dirty="0"/>
              <a:t> Ševeček </a:t>
            </a:r>
            <a:r>
              <a:rPr lang="en-US" dirty="0"/>
              <a:t>| GOPAS a.s. |</a:t>
            </a:r>
          </a:p>
          <a:p>
            <a:r>
              <a:rPr lang="en-US" sz="1600" dirty="0"/>
              <a:t>MCSM:Directory2012 | MCM:Directory2008 | </a:t>
            </a:r>
            <a:r>
              <a:rPr lang="en-US" sz="1600" dirty="0" err="1"/>
              <a:t>MVP:Enterprise</a:t>
            </a:r>
            <a:r>
              <a:rPr lang="en-US" sz="1600" dirty="0"/>
              <a:t> Security | </a:t>
            </a:r>
            <a:r>
              <a:rPr lang="en-US" sz="1600" dirty="0" err="1"/>
              <a:t>CEH:Certified</a:t>
            </a:r>
            <a:r>
              <a:rPr lang="en-US" sz="1600" dirty="0"/>
              <a:t> Ethical Hacker | </a:t>
            </a:r>
            <a:r>
              <a:rPr lang="en-US" sz="1600" dirty="0" err="1"/>
              <a:t>CHFI:Computer</a:t>
            </a:r>
            <a:r>
              <a:rPr lang="en-US" sz="1600" dirty="0"/>
              <a:t> Hacking Forensic Investigator | CISA |</a:t>
            </a:r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Authentication in Windows</a:t>
            </a:r>
          </a:p>
          <a:p>
            <a:r>
              <a:rPr lang="en-US" dirty="0"/>
              <a:t>User and computer accounts and passwords</a:t>
            </a:r>
          </a:p>
          <a:p>
            <a:pPr lvl="1"/>
            <a:r>
              <a:rPr lang="en-US" dirty="0"/>
              <a:t>SYSTEM, Network Service, Local Service and service identities</a:t>
            </a:r>
          </a:p>
          <a:p>
            <a:r>
              <a:rPr lang="en-US" dirty="0"/>
              <a:t>LM</a:t>
            </a:r>
            <a:r>
              <a:rPr lang="en-US"/>
              <a:t>, NTLMv1 </a:t>
            </a:r>
            <a:r>
              <a:rPr lang="en-US" dirty="0"/>
              <a:t>and NTLMv2</a:t>
            </a:r>
          </a:p>
          <a:p>
            <a:r>
              <a:rPr lang="en-US" dirty="0"/>
              <a:t>Auditing</a:t>
            </a:r>
          </a:p>
          <a:p>
            <a:r>
              <a:rPr lang="en-US" dirty="0"/>
              <a:t>Kerberos</a:t>
            </a:r>
          </a:p>
          <a:p>
            <a:r>
              <a:rPr lang="en-US" dirty="0"/>
              <a:t>Kerberos delegation (double-hop)</a:t>
            </a:r>
          </a:p>
          <a:p>
            <a:r>
              <a:rPr lang="en-US" dirty="0"/>
              <a:t>TLS client certificate authentication</a:t>
            </a:r>
          </a:p>
          <a:p>
            <a:pPr lvl="1"/>
            <a:r>
              <a:rPr lang="en-US" dirty="0"/>
              <a:t>HTTPS, VPN/</a:t>
            </a:r>
            <a:r>
              <a:rPr lang="en-US" dirty="0" err="1"/>
              <a:t>WiFi</a:t>
            </a:r>
            <a:r>
              <a:rPr lang="en-US" dirty="0"/>
              <a:t>/802.1x - EAP/PEAP/TLS</a:t>
            </a:r>
          </a:p>
          <a:p>
            <a:r>
              <a:rPr lang="en-US" dirty="0"/>
              <a:t>Smart card logon and PKINIT</a:t>
            </a:r>
          </a:p>
          <a:p>
            <a:r>
              <a:rPr lang="en-US" dirty="0"/>
              <a:t>Application specifics</a:t>
            </a:r>
          </a:p>
          <a:p>
            <a:pPr lvl="1"/>
            <a:r>
              <a:rPr lang="en-US" dirty="0"/>
              <a:t>IIS, FS, Failover Cluster, SQL server, Exchange, SharePoint, AD FS and WAP, RDP and credentials delegation</a:t>
            </a:r>
          </a:p>
          <a:p>
            <a:r>
              <a:rPr lang="en-US" dirty="0"/>
              <a:t>Modern Kerberos technologies</a:t>
            </a:r>
          </a:p>
          <a:p>
            <a:pPr lvl="1"/>
            <a:r>
              <a:rPr lang="en-US" dirty="0"/>
              <a:t>FAST, Armoring, </a:t>
            </a:r>
            <a:r>
              <a:rPr lang="en-US" dirty="0" err="1"/>
              <a:t>CompoundId</a:t>
            </a:r>
            <a:r>
              <a:rPr lang="en-US" dirty="0"/>
              <a:t>, temporary group membership, PIM/PAM trust, Windows Hello for Business, ...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720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cs-CZ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Windows </a:t>
            </a:r>
            <a:r>
              <a:rPr lang="en-US"/>
              <a:t>server 2003/2008/2012/2016/2019 </a:t>
            </a:r>
            <a:r>
              <a:rPr lang="en-US" dirty="0"/>
              <a:t>administration</a:t>
            </a:r>
          </a:p>
          <a:p>
            <a:r>
              <a:rPr lang="en-US" dirty="0"/>
              <a:t>Active Directory concepts and configuration</a:t>
            </a:r>
          </a:p>
          <a:p>
            <a:r>
              <a:rPr lang="en-US" dirty="0"/>
              <a:t>Basic security and cryptography overview</a:t>
            </a:r>
          </a:p>
          <a:p>
            <a:r>
              <a:rPr lang="en-US" dirty="0"/>
              <a:t>Basic networking such as TCP/IP</a:t>
            </a:r>
          </a:p>
          <a:p>
            <a:r>
              <a:rPr lang="en-US" dirty="0"/>
              <a:t>Basic IIS, FS, SQL, Exchange, SharePoint configuration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543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days</a:t>
            </a:r>
          </a:p>
          <a:p>
            <a:r>
              <a:rPr lang="en-US" dirty="0"/>
              <a:t>9:00 - 16:00 +/-</a:t>
            </a:r>
          </a:p>
          <a:p>
            <a:pPr lvl="1"/>
            <a:r>
              <a:rPr lang="en-US" dirty="0"/>
              <a:t>12:00 - 13:00 +/- lunch break</a:t>
            </a:r>
          </a:p>
          <a:p>
            <a:r>
              <a:rPr lang="en-US" dirty="0"/>
              <a:t>refreshments + lunch ticket</a:t>
            </a:r>
          </a:p>
          <a:p>
            <a:r>
              <a:rPr lang="en-US" dirty="0"/>
              <a:t>(non)smoking</a:t>
            </a:r>
          </a:p>
          <a:p>
            <a:endParaRPr lang="en-US" dirty="0"/>
          </a:p>
          <a:p>
            <a:r>
              <a:rPr lang="cs-CZ" dirty="0">
                <a:solidFill>
                  <a:schemeClr val="accent1"/>
                </a:solidFill>
              </a:rPr>
              <a:t>ePrezence</a:t>
            </a:r>
          </a:p>
          <a:p>
            <a:r>
              <a:rPr lang="cs-CZ" dirty="0">
                <a:solidFill>
                  <a:schemeClr val="accent1"/>
                </a:solidFill>
              </a:rPr>
              <a:t>Garance </a:t>
            </a:r>
            <a:r>
              <a:rPr lang="en-US" dirty="0">
                <a:solidFill>
                  <a:schemeClr val="accent1"/>
                </a:solidFill>
              </a:rPr>
              <a:t>v</a:t>
            </a:r>
            <a:r>
              <a:rPr lang="cs-CZ" dirty="0">
                <a:solidFill>
                  <a:schemeClr val="accent1"/>
                </a:solidFill>
              </a:rPr>
              <a:t>ědomostí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1 </a:t>
            </a:r>
            <a:r>
              <a:rPr lang="cs-CZ" dirty="0">
                <a:solidFill>
                  <a:schemeClr val="accent1"/>
                </a:solidFill>
              </a:rPr>
              <a:t>měsíc / </a:t>
            </a:r>
            <a:r>
              <a:rPr lang="en-US" dirty="0">
                <a:solidFill>
                  <a:schemeClr val="accent1"/>
                </a:solidFill>
              </a:rPr>
              <a:t>1 </a:t>
            </a:r>
            <a:r>
              <a:rPr lang="en-US" dirty="0" err="1">
                <a:solidFill>
                  <a:schemeClr val="accent1"/>
                </a:solidFill>
              </a:rPr>
              <a:t>rok</a:t>
            </a:r>
            <a:endParaRPr lang="cs-CZ" dirty="0">
              <a:solidFill>
                <a:schemeClr val="accent1"/>
              </a:solidFill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59357565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247</Words>
  <Application>Microsoft Office PowerPoint</Application>
  <PresentationFormat>On-screen Show (4:3)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Wingdings</vt:lpstr>
      <vt:lpstr>Gopas 1  (3 barvy)</vt:lpstr>
      <vt:lpstr>Gopas 2  (3 barvy + "planetka")</vt:lpstr>
      <vt:lpstr>Gopas 3  (6 barev)</vt:lpstr>
      <vt:lpstr>Gopas 4  (6 barev + "planetka")</vt:lpstr>
      <vt:lpstr>Kerberos Troubleshooting</vt:lpstr>
      <vt:lpstr>Outline</vt:lpstr>
      <vt:lpstr>Prerequisites</vt:lpstr>
      <vt:lpstr>Facilities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Ondrej Sevecek</cp:lastModifiedBy>
  <cp:revision>3</cp:revision>
  <dcterms:created xsi:type="dcterms:W3CDTF">2013-03-17T16:22:31Z</dcterms:created>
  <dcterms:modified xsi:type="dcterms:W3CDTF">2025-06-23T07:28:54Z</dcterms:modified>
</cp:coreProperties>
</file>